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1" r:id="rId32"/>
    <p:sldId id="279" r:id="rId33"/>
    <p:sldId id="280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85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Maximum Entropy Model/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MaxEnt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E. Hanuman Sai Gupta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60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09" y="622300"/>
            <a:ext cx="8557991" cy="5473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92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382000" cy="54685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371600"/>
            <a:ext cx="8763375" cy="4464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8839200" cy="4343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195698"/>
            <a:ext cx="8620177" cy="4595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14400"/>
            <a:ext cx="8991600" cy="4852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6175"/>
            <a:ext cx="8253022" cy="4721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30295"/>
            <a:ext cx="8418651" cy="431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915400" cy="4546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8877"/>
            <a:ext cx="9035016" cy="4578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60" y="1079619"/>
            <a:ext cx="8594482" cy="472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8041667" cy="4908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3" y="838200"/>
            <a:ext cx="9113378" cy="5410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515765" cy="4403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0"/>
            <a:ext cx="9067800" cy="50565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638246" cy="4435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8991600" cy="54553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66800"/>
            <a:ext cx="9029277" cy="47047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846137"/>
            <a:ext cx="9067800" cy="49387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822455"/>
            <a:ext cx="8991599" cy="48447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8589113" cy="4714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07136"/>
            <a:ext cx="8771124" cy="2689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4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4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4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4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4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4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4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22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1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28</Words>
  <Application>Microsoft Office PowerPoint</Application>
  <PresentationFormat>On-screen Show (4:3)</PresentationFormat>
  <Paragraphs>20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Maximum Entropy Model/ MaxEnt</vt:lpstr>
      <vt:lpstr>PowerPoint Presentation</vt:lpstr>
      <vt:lpstr>PowerPoint Presentation</vt:lpstr>
      <vt:lpstr>PowerPoint Presentation</vt:lpstr>
      <vt:lpstr>  </vt:lpstr>
      <vt:lpstr>   </vt:lpstr>
      <vt:lpstr> </vt:lpstr>
      <vt:lpstr>  </vt:lpstr>
      <vt:lpstr>PowerPoint Presentation</vt:lpstr>
      <vt:lpstr>  </vt:lpstr>
      <vt:lpstr>   </vt:lpstr>
      <vt:lpstr>   </vt:lpstr>
      <vt:lpstr> </vt:lpstr>
      <vt:lpstr>   </vt:lpstr>
      <vt:lpstr>            </vt:lpstr>
      <vt:lpstr>        </vt:lpstr>
      <vt:lpstr>          </vt:lpstr>
      <vt:lpstr>   </vt:lpstr>
      <vt:lpstr>       </vt:lpstr>
      <vt:lpstr>   </vt:lpstr>
      <vt:lpstr>   </vt:lpstr>
      <vt:lpstr>  </vt:lpstr>
      <vt:lpstr>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Entropy Model/ MaxEnt</dc:title>
  <dc:creator/>
  <cp:lastModifiedBy>Windows User</cp:lastModifiedBy>
  <cp:revision>46</cp:revision>
  <dcterms:created xsi:type="dcterms:W3CDTF">2006-08-16T00:00:00Z</dcterms:created>
  <dcterms:modified xsi:type="dcterms:W3CDTF">2026-01-19T04:49:15Z</dcterms:modified>
</cp:coreProperties>
</file>