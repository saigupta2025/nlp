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1" r:id="rId31"/>
    <p:sldId id="278" r:id="rId32"/>
    <p:sldId id="279" r:id="rId33"/>
    <p:sldId id="28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4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E7C2E-4733-41D5-A4B3-DEEC127D931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0B989-D4E1-44C2-8A69-FF188B7FA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2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80B989-D4E1-44C2-8A69-FF188B7FA4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96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lya_Sutskever" TargetMode="External"/><Relationship Id="rId2" Type="http://schemas.openxmlformats.org/officeDocument/2006/relationships/hyperlink" Target="https://en.wikipedia.org/wiki/Tom%C3%A1%C5%A1_Mikolov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Word2Vec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EHSG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8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534400" cy="6324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Definition: 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Word2vec is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technique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 natural language processing for obtaining vector representations of words.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vectors capture information about the meaning of the word based on the surrounding words.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word2vec algorithm estimates these representations by modeling text in a large corpus.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Once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trained, such a model can detect synonymous words or suggest additional words for a partial sentence.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Word2vec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was developed by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hlinkClick r:id="rId2" tooltip="Tomáš Mikolov"/>
              </a:rPr>
              <a:t>Tomáš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hlinkClick r:id="rId2" tooltip="Tomáš Mikolov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hlinkClick r:id="rId2" tooltip="Tomáš Mikolov"/>
              </a:rPr>
              <a:t>Mikolov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Kai Chen, Greg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Corrado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hlinkClick r:id="rId3" tooltip="Ilya Sutskever"/>
              </a:rPr>
              <a:t>Ilya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hlinkClick r:id="rId3" tooltip="Ilya Sutskever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  <a:hlinkClick r:id="rId3" tooltip="Ilya Sutskever"/>
              </a:rPr>
              <a:t>Sutskever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and Jeff Dean at Google, and published 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2013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3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Word2vec represents a word as a high-dimension vector of numbers which capture relationships between words.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particular, words which appear in similar contexts are mapped to vectors which are nearby as measured by cosine similarity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indicates the level of semantic similarity between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words;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example the vectors for 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walk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ran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are nearby, as are those for "but" and "however", and "Berlin" and "Germany".</a:t>
            </a:r>
          </a:p>
          <a:p>
            <a:pPr algn="just">
              <a:buFont typeface="Wingdings" pitchFamily="2" charset="2"/>
              <a:buChar char="ü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CBOW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SKIP-Gram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CBOW</a:t>
            </a:r>
            <a:br>
              <a:rPr lang="en-US" dirty="0" smtClean="0"/>
            </a:br>
            <a:r>
              <a:rPr lang="en-US" sz="2700" dirty="0" smtClean="0"/>
              <a:t>we will find the center with near by words.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76400"/>
            <a:ext cx="6777037" cy="40803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8582025" cy="24574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" y="38862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Concatenating the all the sentences, to make a one single </a:t>
            </a:r>
            <a:r>
              <a:rPr lang="en-US" dirty="0" err="1" smtClean="0"/>
              <a:t>senense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919288"/>
            <a:ext cx="8296275" cy="3019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5181600"/>
            <a:ext cx="765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Choose Window size, Here (The, is) = input words &amp; Product as Target word.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1547813"/>
            <a:ext cx="9115425" cy="3762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656435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8791329" cy="3990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9067800" cy="3924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6" y="1066800"/>
            <a:ext cx="9110054" cy="3171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       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7600" cy="4267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56388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Step 4: Represents Training data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371600"/>
            <a:ext cx="8963467" cy="3355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8769152" cy="5410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    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1000"/>
            <a:ext cx="8839200" cy="55739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4400" y="6248400"/>
            <a:ext cx="7239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O/P : indicates 7 unique words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85800"/>
            <a:ext cx="9028203" cy="5181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38200"/>
            <a:ext cx="8991600" cy="50409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9067800" cy="396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76400" y="56388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the actual Word embedding we are looking for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" y="1295400"/>
            <a:ext cx="9136879" cy="4191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SKIP-GRAM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633538"/>
            <a:ext cx="9058275" cy="3590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9073502" cy="3657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7" y="1676400"/>
            <a:ext cx="9190258" cy="3733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35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2" y="1447800"/>
            <a:ext cx="9126908" cy="3733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35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9218428" cy="259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35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4000" cy="49579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35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66800"/>
            <a:ext cx="9060332" cy="4343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35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           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1600200"/>
            <a:ext cx="9079045" cy="33503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35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0" y="1524000"/>
            <a:ext cx="9092476" cy="2971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935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</a:t>
            </a:r>
            <a:endParaRPr lang="en-US" dirty="0"/>
          </a:p>
        </p:txBody>
      </p:sp>
      <p:pic>
        <p:nvPicPr>
          <p:cNvPr id="10242" name="Picture 2" descr="C:\Users\SAI\Desktop\cooooo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4000" cy="47352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109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994799"/>
              </p:ext>
            </p:extLst>
          </p:nvPr>
        </p:nvGraphicFramePr>
        <p:xfrm>
          <a:off x="533400" y="2057400"/>
          <a:ext cx="8229600" cy="27889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14800"/>
                <a:gridCol w="4114800"/>
              </a:tblGrid>
              <a:tr h="61976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What it predicts</a:t>
                      </a:r>
                    </a:p>
                  </a:txBody>
                  <a:tcPr anchor="ctr"/>
                </a:tc>
              </a:tr>
              <a:tr h="108458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CBOW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Predicts the target (center) word from context words</a:t>
                      </a:r>
                    </a:p>
                  </a:txBody>
                  <a:tcPr anchor="ctr"/>
                </a:tc>
              </a:tr>
              <a:tr h="108458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Skip-Gram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Predicts context words from the target (center) word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1736515"/>
              </p:ext>
            </p:extLst>
          </p:nvPr>
        </p:nvGraphicFramePr>
        <p:xfrm>
          <a:off x="457200" y="914400"/>
          <a:ext cx="8229600" cy="51053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/>
                <a:gridCol w="2743200"/>
                <a:gridCol w="2743200"/>
              </a:tblGrid>
              <a:tr h="495277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itchFamily="18" charset="0"/>
                          <a:cs typeface="Times New Roman" pitchFamily="18" charset="0"/>
                        </a:rPr>
                        <a:t>CBOW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Skip-Gram</a:t>
                      </a:r>
                    </a:p>
                  </a:txBody>
                  <a:tcPr anchor="ctr"/>
                </a:tc>
              </a:tr>
              <a:tr h="495277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itchFamily="18" charset="0"/>
                          <a:cs typeface="Times New Roman" pitchFamily="18" charset="0"/>
                        </a:rPr>
                        <a:t>Prediction 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Context → 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Target → Context</a:t>
                      </a:r>
                    </a:p>
                  </a:txBody>
                  <a:tcPr anchor="ctr"/>
                </a:tc>
              </a:tr>
              <a:tr h="495277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itchFamily="18" charset="0"/>
                          <a:cs typeface="Times New Roman" pitchFamily="18" charset="0"/>
                        </a:rPr>
                        <a:t>Training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Faster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Slower</a:t>
                      </a:r>
                    </a:p>
                  </a:txBody>
                  <a:tcPr anchor="ctr"/>
                </a:tc>
              </a:tr>
              <a:tr h="495277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itchFamily="18" charset="0"/>
                          <a:cs typeface="Times New Roman" pitchFamily="18" charset="0"/>
                        </a:rPr>
                        <a:t>Performance on Small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Better</a:t>
                      </a:r>
                    </a:p>
                  </a:txBody>
                  <a:tcPr anchor="ctr"/>
                </a:tc>
              </a:tr>
              <a:tr h="495277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itchFamily="18" charset="0"/>
                          <a:cs typeface="Times New Roman" pitchFamily="18" charset="0"/>
                        </a:rPr>
                        <a:t>Handles Rare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Very 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good</a:t>
                      </a:r>
                    </a:p>
                  </a:txBody>
                  <a:tcPr anchor="ctr"/>
                </a:tc>
              </a:tr>
              <a:tr h="495277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itchFamily="18" charset="0"/>
                          <a:cs typeface="Times New Roman" pitchFamily="18" charset="0"/>
                        </a:rPr>
                        <a:t>Computational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anchor="ctr"/>
                </a:tc>
              </a:tr>
              <a:tr h="495277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Large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Small datasets / rare words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5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176</Words>
  <Application>Microsoft Office PowerPoint</Application>
  <PresentationFormat>On-screen Show (4:3)</PresentationFormat>
  <Paragraphs>89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Word2Vec</vt:lpstr>
      <vt:lpstr>     </vt:lpstr>
      <vt:lpstr>   </vt:lpstr>
      <vt:lpstr>PowerPoint Presentation</vt:lpstr>
      <vt:lpstr>CBOW we will find the center with near by words.</vt:lpstr>
      <vt:lpstr>   </vt:lpstr>
      <vt:lpstr>  </vt:lpstr>
      <vt:lpstr> </vt:lpstr>
      <vt:lpstr> </vt:lpstr>
      <vt:lpstr>  </vt:lpstr>
      <vt:lpstr>  </vt:lpstr>
      <vt:lpstr>    </vt:lpstr>
      <vt:lpstr>        </vt:lpstr>
      <vt:lpstr>           </vt:lpstr>
      <vt:lpstr>         </vt:lpstr>
      <vt:lpstr>        </vt:lpstr>
      <vt:lpstr>        </vt:lpstr>
      <vt:lpstr>          </vt:lpstr>
      <vt:lpstr>            </vt:lpstr>
      <vt:lpstr>           </vt:lpstr>
      <vt:lpstr>SKIP-GRAM</vt:lpstr>
      <vt:lpstr>         </vt:lpstr>
      <vt:lpstr>           </vt:lpstr>
      <vt:lpstr>             </vt:lpstr>
      <vt:lpstr>                </vt:lpstr>
      <vt:lpstr>           </vt:lpstr>
      <vt:lpstr>                </vt:lpstr>
      <vt:lpstr>           </vt:lpstr>
      <vt:lpstr>           </vt:lpstr>
      <vt:lpstr>             </vt:lpstr>
      <vt:lpstr> </vt:lpstr>
      <vt:lpstr>         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Word2Vec</dc:title>
  <dc:creator>SAI</dc:creator>
  <cp:lastModifiedBy>Windows User</cp:lastModifiedBy>
  <cp:revision>51</cp:revision>
  <dcterms:created xsi:type="dcterms:W3CDTF">2006-08-16T00:00:00Z</dcterms:created>
  <dcterms:modified xsi:type="dcterms:W3CDTF">2026-03-04T07:13:03Z</dcterms:modified>
</cp:coreProperties>
</file>